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2236670b1e3f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e2236670b1e3f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e2236670b1e3f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e2236670b1e3f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e2236670b1e3f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e2236670b1e3f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e2236670b1e3f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e2236670b1e3f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e2236670b1e3f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e2236670b1e3f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2236670b1e3f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2236670b1e3f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e2236670b1e3f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e2236670b1e3f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e2236670b1e3f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e2236670b1e3f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e2236670b1e3f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e2236670b1e3f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e2236670b1e3f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e2236670b1e3f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9143999" cy="5107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29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9350" y="0"/>
            <a:ext cx="92633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8415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200"/>
            <a:ext cx="914400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5" y="0"/>
            <a:ext cx="9144001" cy="5027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700"/>
            <a:ext cx="9144000" cy="5030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0"/>
            <a:ext cx="9144000" cy="5141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7146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